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400" b="1">
                <a:solidFill>
                  <a:srgbClr val="FFFFFF"/>
                </a:solidFill>
                <a:latin typeface="Arial"/>
              </a:defRPr>
            </a:pPr>
            <a:r>
              <a:t>الذكاء الاصطناعي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00C8FF"/>
                </a:solidFill>
                <a:latin typeface="Arial"/>
              </a:defRPr>
            </a:pPr>
            <a:r>
              <a:t>مستقبل التكنولوجيا وحياة الإنسان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0" y="2834640"/>
            <a:ext cx="91440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31089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◉  عرض تقديمي من 10 شرائح مدعم بالصور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◉  رحلة من التعريف إلى المستقبل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◉  إعداد : مشروع تعليمي  •  2026</a:t>
            </a:r>
          </a:p>
        </p:txBody>
      </p:sp>
      <p:pic>
        <p:nvPicPr>
          <p:cNvPr id="10" name="Picture 9" descr="ai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1 - ما هو الذكاء الاصطناعي؟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محاكاة ذكاء الإنسان في الآلات والبرامج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التعلم، الفهم، التفكير، واتخاذ القرار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أمثلة: Siri و Google Assistant والترجمة الفورية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يعتمد على البيانات والخوارزميات القوية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2 - تاريخ وتطور الذكاء الاصطناعي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1956: مؤتمر دارتموث وبداية المصطلح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1997: الحاسوب Deep Blue يهزم بطل الشطرنج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2016: AlphaGo يتفوق على بطل لعبة Go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2022-2026: ثورة ChatGPT والذكاء التوليدي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3 - أنواع الذكاء الاصطناعي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ذكاء ضيق ANI: متخصص مثل المساعدات الصوتية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ذكاء عام AGI: يفكر مثل الإنسان (هدف مستقبلي)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ذكاء فائق ASI: يتفوق على البشر (نظري)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فروع: تعلم الآلة • التعلم العميق • الرؤية الحاسوبية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4 - تطبيقات في حياتنا اليومية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الهواتف: بصمة الوجه والمساعد الصوتي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التسوق والمشاهدة: توصيات نتفليكس وأمازون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النقل: خرائط جوجل والسيارات ذاتية القيادة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اللغة: الترجمة الفورية وتصحيح النصوص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5 - الذكاء الاصطناعي في الطب والتعليم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الطب: تشخيص الأشعة واكتشاف الأورام مبكراً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الدواء: تسريع اكتشاف أدوية جديدة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التعليم: تعلم مخصص لكل طالب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الجامعات: تصحيح تلقائي ومحتوى تفاعلي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6 - كيف يعمل؟ تعلم الآلة والبيانات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1- بيانات ضخمة Big Data وقود الذكاء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2- خوارزميات تتعلم الأنماط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3- شبكات عصبية تحاكي الدماغ البشري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4- تجربة + تقييم + تحسين مستمر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7 - المميزات والتحديات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✅ سرعة فائقة ودقة عالية وتوفير التكاليف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✅ يعمل 24/7 بدون تعب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⚠️ الخصوصية وأمان البيانات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⚠️ التحيز والبطالة والحاجة لأخلاقيات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FFFFF"/>
                </a:solidFill>
                <a:latin typeface="Arial"/>
              </a:defRPr>
            </a:pPr>
            <a:r>
              <a:t>8 - مستقبل الذكاء الاصطناعي 2030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051560"/>
            <a:ext cx="118872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مدن ذكية وسيارات طائرة ذاتية القيادة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روبوتات مساعدة في المنازل والمستشفيات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وظائف جديدة: مهندس برومبت وأخلاقيات AI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التوقعات: سوق يتجاوز 1.8 تريليون دولار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8D7EB"/>
                </a:solidFill>
                <a:latin typeface="Arial"/>
              </a:defRPr>
            </a:pPr>
            <a:r>
              <a:t>صورة تعبيرية - المصدر: Unsplash (Website)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7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7EB"/>
                </a:solidFill>
                <a:latin typeface="Arial"/>
              </a:defRPr>
            </a:pPr>
            <a:r>
              <a:t>الذكاء الاصطناعي  •  سلايد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19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8D7EB"/>
                </a:solidFill>
                <a:latin typeface="Arial"/>
              </a:defRPr>
            </a:pPr>
            <a:r>
              <a:t>AI Presentation 2026</a:t>
            </a:r>
          </a:p>
        </p:txBody>
      </p:sp>
      <p:pic>
        <p:nvPicPr>
          <p:cNvPr id="6" name="Picture 5" descr="ai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4400" b="1">
                <a:solidFill>
                  <a:srgbClr val="FFC107"/>
                </a:solidFill>
                <a:latin typeface="Arial"/>
              </a:defRPr>
            </a:pPr>
            <a:r>
              <a:t>شكراً لكم!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الذكاء الاصطناعي فرصة وليس تهديداً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استخدمه بذكاء وأخلاق وإبداع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هل لديكم أي أسئلة؟</a:t>
            </a:r>
          </a:p>
          <a:p>
            <a:pPr algn="r">
              <a:spcBef>
                <a:spcPts val="600"/>
              </a:spcBef>
              <a:spcAft>
                <a:spcPts val="10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◉  المصادر: Unsplash.com • OpenAI • Google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